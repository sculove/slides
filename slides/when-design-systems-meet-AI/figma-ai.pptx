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6"/>
    <p:restoredTop sz="94719"/>
  </p:normalViewPr>
  <p:slideViewPr>
    <p:cSldViewPr snapToGrid="0">
      <p:cViewPr>
        <p:scale>
          <a:sx n="116" d="100"/>
          <a:sy n="116" d="100"/>
        </p:scale>
        <p:origin x="14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187B1-57CB-F3A7-71A6-0CE6E81AB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321CD4-172F-E62F-3CBA-CFD4CBBB8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33440-503B-8FD0-1ABB-DFCCEEBE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12A1AB-31D8-3186-7BCD-DF80B86B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B2F5E-B8A1-53F4-8849-32291EB9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206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60E51-90E7-DD65-3930-E051CFDE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9134EA-CD77-FDF2-B27C-C827189B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FE48E0-14B8-9E0A-A939-4B5EC954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B8D03A-FEAF-A578-21C9-60296A8F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0A046-78EC-11C4-E4A9-3565EDCE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686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2B74E-AEC6-D857-21C0-75BFBF4A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18F947-0749-C975-4C7D-66ADA0A4C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18860A-9B11-E31E-A16C-383C6DA90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8313C-FFCD-1696-3A09-140C13C9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1C1D7C-B7E1-5773-4D98-B407771B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666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0A5D3-9EFF-74BC-6619-D4EDCF85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DE4314-4030-E215-7EE8-5253E2C9D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D454B7-4EE2-E736-CADE-1D27ECD25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0BB2A3-BD5A-6289-4D5B-783C3E5B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C4C988-D7E8-6897-61F4-FBAE9342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0E87A8-4343-8216-83B7-71803A51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366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10A09-A483-EDC9-F7D3-BF6B56F9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2068F8-D090-69A2-8908-5E63C55DD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CE6B44-0FD7-182F-BE31-0DAFEC611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92AE79-7BA8-B921-A34B-77A87921E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41E6B6-B4E8-F213-F159-4A1E2D1F6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C9527-7814-B1D8-7AED-2E3E0681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D1010E-B18C-4AD6-F155-CA6E41C5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2F5F82-12F1-7080-21DE-DF9C9713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490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10370-0B79-F19A-CF59-5C924D10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CAB881-E06A-BD9E-9092-37413279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7FDFE1-53DE-F18E-5C21-78D32251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0C408-3B56-DB3B-F2F5-62F65127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879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33288E2-FE87-C2D5-69F2-E20C529C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C28680-953D-CD2D-0E52-8F37C17D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D9114E-6BBC-FA7E-947A-2BB73123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837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E0942-58CC-B0C9-D8E2-5BB3FB41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1D77F-FACC-A951-5C80-A13E05B1F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0BB35B-2A36-9C46-3B98-B2BDD6AEA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3C4DD-8C10-20B0-4CCB-6F5579A7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7737C6-E6D4-5F17-D558-38C395ECC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543EE-DF78-AC52-3AB0-60DDEF29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326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61BF-C623-BE03-4BE4-AE4407F0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B7DE15-D1D2-2933-CF86-36ED7E9E4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DF2AA6-66AC-AD80-7FC7-DF72D9FFD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5FB11-46B6-D58C-DFCB-A9535DCA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5E0642-871D-CE50-B613-9AEF1E9A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F274B7-0936-1D48-A50A-EC129EFB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70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040EB-B8DB-BE5A-42AB-D1DA9B43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4EE634-0641-C213-135F-CC19A9E98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86DF-BA3D-3556-98E4-8D83A658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3A4DCE-3B1E-35AF-2250-FC65D102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ED4D1-CAEA-D0A2-EA55-377474CC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012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38F055-51EC-8EF4-0C6D-265B68A7C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D5FCDB-BFF2-981E-F041-2C11E1B59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247A43-52FC-9262-926B-CEE9D5AB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CBDD1A-01CC-C9D0-12BB-AF093A5C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9BBB9-840C-02D9-D5B7-1CF0AE70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141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112189-FA91-5974-DC57-07F633082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C02C7-9A11-38DF-A46B-E3224D37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E5CE4-5D3B-2D33-F4C8-7766AF5AC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70E7F-C754-8440-BB3A-F7A5E2F647DE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032C2A-C41D-9EE5-F261-9F7CC7DEF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3B9B0-96C4-57C3-6156-3FD70FDF6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5B9B3-2B9A-894E-90B2-F706D9080A4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756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6D648A7-CB40-658E-CF94-DD644023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82" b="13255"/>
          <a:stretch>
            <a:fillRect/>
          </a:stretch>
        </p:blipFill>
        <p:spPr>
          <a:xfrm>
            <a:off x="0" y="0"/>
            <a:ext cx="2912461" cy="63413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3C2D7F-8C89-DBBA-112C-68D223BD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19" y="0"/>
            <a:ext cx="3208640" cy="587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57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FB56-7F46-317B-325B-DD4701D25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8A98F52-E14D-9203-9376-7E0A94AF0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82" b="13255"/>
          <a:stretch>
            <a:fillRect/>
          </a:stretch>
        </p:blipFill>
        <p:spPr>
          <a:xfrm>
            <a:off x="0" y="0"/>
            <a:ext cx="2912461" cy="63413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1E34FD-7D51-D13E-785E-FCA4F65F2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19" y="0"/>
            <a:ext cx="3208640" cy="587573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DF29E2A-28C0-2C29-63AD-23033D9C5404}"/>
              </a:ext>
            </a:extLst>
          </p:cNvPr>
          <p:cNvSpPr/>
          <p:nvPr/>
        </p:nvSpPr>
        <p:spPr>
          <a:xfrm flipH="1">
            <a:off x="-1" y="0"/>
            <a:ext cx="2912461" cy="124788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E92B63-0858-8927-DB29-43B73A761E57}"/>
              </a:ext>
            </a:extLst>
          </p:cNvPr>
          <p:cNvSpPr/>
          <p:nvPr/>
        </p:nvSpPr>
        <p:spPr>
          <a:xfrm flipH="1">
            <a:off x="2503075" y="1341986"/>
            <a:ext cx="19149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40E517-535C-F79D-041B-2E5D99E67F78}"/>
              </a:ext>
            </a:extLst>
          </p:cNvPr>
          <p:cNvSpPr/>
          <p:nvPr/>
        </p:nvSpPr>
        <p:spPr>
          <a:xfrm flipH="1">
            <a:off x="379856" y="1807224"/>
            <a:ext cx="545302" cy="258244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17E84D-75CC-7618-1561-4776E0732053}"/>
              </a:ext>
            </a:extLst>
          </p:cNvPr>
          <p:cNvSpPr/>
          <p:nvPr/>
        </p:nvSpPr>
        <p:spPr>
          <a:xfrm flipH="1">
            <a:off x="3527638" y="2656716"/>
            <a:ext cx="2568362" cy="48451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9EE7CF-9BE2-676B-44CC-1FD1D379803A}"/>
              </a:ext>
            </a:extLst>
          </p:cNvPr>
          <p:cNvSpPr/>
          <p:nvPr/>
        </p:nvSpPr>
        <p:spPr>
          <a:xfrm flipH="1">
            <a:off x="4349486" y="3485540"/>
            <a:ext cx="943276" cy="387213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32768A-14E5-511C-646C-D34CAF876AC6}"/>
              </a:ext>
            </a:extLst>
          </p:cNvPr>
          <p:cNvSpPr/>
          <p:nvPr/>
        </p:nvSpPr>
        <p:spPr>
          <a:xfrm flipH="1">
            <a:off x="3202919" y="4077148"/>
            <a:ext cx="3208640" cy="1798589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AEBC97-6073-4028-C487-A79E1EA98050}"/>
              </a:ext>
            </a:extLst>
          </p:cNvPr>
          <p:cNvSpPr/>
          <p:nvPr/>
        </p:nvSpPr>
        <p:spPr>
          <a:xfrm flipH="1">
            <a:off x="2604466" y="3872753"/>
            <a:ext cx="13873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413519-0BDB-5889-F322-F0E3E59522F9}"/>
              </a:ext>
            </a:extLst>
          </p:cNvPr>
          <p:cNvSpPr/>
          <p:nvPr/>
        </p:nvSpPr>
        <p:spPr>
          <a:xfrm flipH="1">
            <a:off x="2604466" y="5228812"/>
            <a:ext cx="13873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8B4E43-6F39-0012-AB1B-B508354DC9B6}"/>
              </a:ext>
            </a:extLst>
          </p:cNvPr>
          <p:cNvSpPr/>
          <p:nvPr/>
        </p:nvSpPr>
        <p:spPr>
          <a:xfrm flipH="1">
            <a:off x="2460088" y="5658938"/>
            <a:ext cx="19149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3A0487-5AE3-4BEA-AA88-EE12FCBA8EA4}"/>
              </a:ext>
            </a:extLst>
          </p:cNvPr>
          <p:cNvSpPr/>
          <p:nvPr/>
        </p:nvSpPr>
        <p:spPr>
          <a:xfrm flipH="1">
            <a:off x="6079222" y="1675710"/>
            <a:ext cx="13873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8505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A61EA-5EAD-F7B4-F48C-48946569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8E2D066-BE74-93C5-328F-194CE000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82" b="13255"/>
          <a:stretch>
            <a:fillRect/>
          </a:stretch>
        </p:blipFill>
        <p:spPr>
          <a:xfrm>
            <a:off x="0" y="0"/>
            <a:ext cx="2912461" cy="63413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FE4E39-74B5-BA45-513C-185EDA4D3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19" y="0"/>
            <a:ext cx="3208640" cy="587573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FA0F4BA-AF02-67CF-43B9-C5F5AB84D7B5}"/>
              </a:ext>
            </a:extLst>
          </p:cNvPr>
          <p:cNvSpPr/>
          <p:nvPr/>
        </p:nvSpPr>
        <p:spPr>
          <a:xfrm flipH="1">
            <a:off x="-1" y="0"/>
            <a:ext cx="2912461" cy="124788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CE5DC1-A32D-A2BE-F7C6-EFD5480CCE99}"/>
              </a:ext>
            </a:extLst>
          </p:cNvPr>
          <p:cNvSpPr/>
          <p:nvPr/>
        </p:nvSpPr>
        <p:spPr>
          <a:xfrm flipH="1">
            <a:off x="2503075" y="1341986"/>
            <a:ext cx="19149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D46CD4-EC56-342E-0433-E614383F784B}"/>
              </a:ext>
            </a:extLst>
          </p:cNvPr>
          <p:cNvSpPr/>
          <p:nvPr/>
        </p:nvSpPr>
        <p:spPr>
          <a:xfrm flipH="1">
            <a:off x="379856" y="1807224"/>
            <a:ext cx="545302" cy="258244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67A136-E497-32D1-AD79-7FB0E4B5C545}"/>
              </a:ext>
            </a:extLst>
          </p:cNvPr>
          <p:cNvSpPr/>
          <p:nvPr/>
        </p:nvSpPr>
        <p:spPr>
          <a:xfrm flipH="1">
            <a:off x="3527638" y="2656716"/>
            <a:ext cx="2568362" cy="48451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DDE7AA-DE35-A378-01ED-85FCFA8B52AB}"/>
              </a:ext>
            </a:extLst>
          </p:cNvPr>
          <p:cNvSpPr/>
          <p:nvPr/>
        </p:nvSpPr>
        <p:spPr>
          <a:xfrm flipH="1">
            <a:off x="4349486" y="3485540"/>
            <a:ext cx="943276" cy="387213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5B2CEC-AA31-AC46-9EE3-AB1411ADA499}"/>
              </a:ext>
            </a:extLst>
          </p:cNvPr>
          <p:cNvSpPr/>
          <p:nvPr/>
        </p:nvSpPr>
        <p:spPr>
          <a:xfrm flipH="1">
            <a:off x="3202919" y="4077148"/>
            <a:ext cx="3208640" cy="1798589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DBC60F-8913-2830-6572-0051F2BA22D5}"/>
              </a:ext>
            </a:extLst>
          </p:cNvPr>
          <p:cNvSpPr/>
          <p:nvPr/>
        </p:nvSpPr>
        <p:spPr>
          <a:xfrm flipH="1">
            <a:off x="2604466" y="3872753"/>
            <a:ext cx="13873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AEBA40-960D-4458-AC57-B4D342548B1D}"/>
              </a:ext>
            </a:extLst>
          </p:cNvPr>
          <p:cNvSpPr/>
          <p:nvPr/>
        </p:nvSpPr>
        <p:spPr>
          <a:xfrm flipH="1">
            <a:off x="2604466" y="5228812"/>
            <a:ext cx="13873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D98EE-728F-C1D3-42C7-CBB015C3DF75}"/>
              </a:ext>
            </a:extLst>
          </p:cNvPr>
          <p:cNvSpPr/>
          <p:nvPr/>
        </p:nvSpPr>
        <p:spPr>
          <a:xfrm flipH="1">
            <a:off x="2460088" y="5658938"/>
            <a:ext cx="19149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F1A7E9-BECF-2C7F-DB89-A0AE2A58E24D}"/>
              </a:ext>
            </a:extLst>
          </p:cNvPr>
          <p:cNvSpPr/>
          <p:nvPr/>
        </p:nvSpPr>
        <p:spPr>
          <a:xfrm flipH="1">
            <a:off x="6079222" y="1675710"/>
            <a:ext cx="138734" cy="252247"/>
          </a:xfrm>
          <a:prstGeom prst="rect">
            <a:avLst/>
          </a:prstGeom>
          <a:solidFill>
            <a:srgbClr val="ED7D31">
              <a:alpha val="5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0C700241-7C47-7B85-3A26-D9C15A540F0C}"/>
              </a:ext>
            </a:extLst>
          </p:cNvPr>
          <p:cNvCxnSpPr>
            <a:cxnSpLocks/>
          </p:cNvCxnSpPr>
          <p:nvPr/>
        </p:nvCxnSpPr>
        <p:spPr>
          <a:xfrm>
            <a:off x="471509" y="1565366"/>
            <a:ext cx="16676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9EAED56-1CCD-EE65-827B-681EDC180A36}"/>
              </a:ext>
            </a:extLst>
          </p:cNvPr>
          <p:cNvCxnSpPr>
            <a:cxnSpLocks/>
          </p:cNvCxnSpPr>
          <p:nvPr/>
        </p:nvCxnSpPr>
        <p:spPr>
          <a:xfrm>
            <a:off x="337840" y="2848210"/>
            <a:ext cx="2356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8DF12350-78C3-5DE4-D63C-6EBAFEFFB065}"/>
              </a:ext>
            </a:extLst>
          </p:cNvPr>
          <p:cNvCxnSpPr>
            <a:cxnSpLocks/>
          </p:cNvCxnSpPr>
          <p:nvPr/>
        </p:nvCxnSpPr>
        <p:spPr>
          <a:xfrm>
            <a:off x="337840" y="3042555"/>
            <a:ext cx="2356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B4E3C799-EF5E-5383-7508-15040573C802}"/>
              </a:ext>
            </a:extLst>
          </p:cNvPr>
          <p:cNvCxnSpPr>
            <a:cxnSpLocks/>
          </p:cNvCxnSpPr>
          <p:nvPr/>
        </p:nvCxnSpPr>
        <p:spPr>
          <a:xfrm>
            <a:off x="337840" y="3295622"/>
            <a:ext cx="2356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51A02CFE-F3CA-38D3-8774-AC2C70BE2BA8}"/>
              </a:ext>
            </a:extLst>
          </p:cNvPr>
          <p:cNvCxnSpPr>
            <a:cxnSpLocks/>
          </p:cNvCxnSpPr>
          <p:nvPr/>
        </p:nvCxnSpPr>
        <p:spPr>
          <a:xfrm>
            <a:off x="337840" y="3468762"/>
            <a:ext cx="21652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63B76C89-C10F-DC71-6A62-07EC976A7F6B}"/>
              </a:ext>
            </a:extLst>
          </p:cNvPr>
          <p:cNvCxnSpPr>
            <a:cxnSpLocks/>
          </p:cNvCxnSpPr>
          <p:nvPr/>
        </p:nvCxnSpPr>
        <p:spPr>
          <a:xfrm>
            <a:off x="337840" y="3640969"/>
            <a:ext cx="2356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952B9435-4194-BE06-0AF5-8C0D5D19345A}"/>
              </a:ext>
            </a:extLst>
          </p:cNvPr>
          <p:cNvCxnSpPr>
            <a:cxnSpLocks/>
          </p:cNvCxnSpPr>
          <p:nvPr/>
        </p:nvCxnSpPr>
        <p:spPr>
          <a:xfrm>
            <a:off x="337840" y="3814109"/>
            <a:ext cx="12560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4CA57889-90BB-04C5-0FFF-A011F3F0649E}"/>
              </a:ext>
            </a:extLst>
          </p:cNvPr>
          <p:cNvCxnSpPr>
            <a:cxnSpLocks/>
          </p:cNvCxnSpPr>
          <p:nvPr/>
        </p:nvCxnSpPr>
        <p:spPr>
          <a:xfrm>
            <a:off x="528730" y="4077148"/>
            <a:ext cx="9874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BD985736-E8BC-EBE9-E090-8AF6054F5031}"/>
              </a:ext>
            </a:extLst>
          </p:cNvPr>
          <p:cNvCxnSpPr>
            <a:cxnSpLocks/>
          </p:cNvCxnSpPr>
          <p:nvPr/>
        </p:nvCxnSpPr>
        <p:spPr>
          <a:xfrm>
            <a:off x="337840" y="4629288"/>
            <a:ext cx="2356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013610F7-BF68-F3D0-3555-B8B8828F20DF}"/>
              </a:ext>
            </a:extLst>
          </p:cNvPr>
          <p:cNvCxnSpPr>
            <a:cxnSpLocks/>
          </p:cNvCxnSpPr>
          <p:nvPr/>
        </p:nvCxnSpPr>
        <p:spPr>
          <a:xfrm>
            <a:off x="337840" y="4823633"/>
            <a:ext cx="2356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132A3DD5-CE34-8BC1-AAE7-B21D44409DAE}"/>
              </a:ext>
            </a:extLst>
          </p:cNvPr>
          <p:cNvCxnSpPr>
            <a:cxnSpLocks/>
          </p:cNvCxnSpPr>
          <p:nvPr/>
        </p:nvCxnSpPr>
        <p:spPr>
          <a:xfrm>
            <a:off x="337840" y="5001199"/>
            <a:ext cx="2356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0725AB0D-2FEA-A450-10BA-3D90C8D18A3C}"/>
              </a:ext>
            </a:extLst>
          </p:cNvPr>
          <p:cNvCxnSpPr>
            <a:cxnSpLocks/>
          </p:cNvCxnSpPr>
          <p:nvPr/>
        </p:nvCxnSpPr>
        <p:spPr>
          <a:xfrm>
            <a:off x="337840" y="5182728"/>
            <a:ext cx="23137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C59DE40D-9FD6-9A63-CC5F-258B52280ACE}"/>
              </a:ext>
            </a:extLst>
          </p:cNvPr>
          <p:cNvCxnSpPr>
            <a:cxnSpLocks/>
          </p:cNvCxnSpPr>
          <p:nvPr/>
        </p:nvCxnSpPr>
        <p:spPr>
          <a:xfrm>
            <a:off x="537119" y="5455892"/>
            <a:ext cx="11490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DCC25DE7-29E0-30C1-FA4A-1DC0C60B5745}"/>
              </a:ext>
            </a:extLst>
          </p:cNvPr>
          <p:cNvCxnSpPr>
            <a:cxnSpLocks/>
          </p:cNvCxnSpPr>
          <p:nvPr/>
        </p:nvCxnSpPr>
        <p:spPr>
          <a:xfrm>
            <a:off x="3561194" y="495288"/>
            <a:ext cx="25180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5C6FC12C-779C-EBE5-2008-9E2F905BAAF4}"/>
              </a:ext>
            </a:extLst>
          </p:cNvPr>
          <p:cNvCxnSpPr>
            <a:cxnSpLocks/>
          </p:cNvCxnSpPr>
          <p:nvPr/>
        </p:nvCxnSpPr>
        <p:spPr>
          <a:xfrm>
            <a:off x="3561194" y="752791"/>
            <a:ext cx="2785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7010F3B6-F141-2863-8F98-9C62C1C77C75}"/>
              </a:ext>
            </a:extLst>
          </p:cNvPr>
          <p:cNvCxnSpPr>
            <a:cxnSpLocks/>
          </p:cNvCxnSpPr>
          <p:nvPr/>
        </p:nvCxnSpPr>
        <p:spPr>
          <a:xfrm>
            <a:off x="3561194" y="1000990"/>
            <a:ext cx="25873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직선 연결선[R] 39">
            <a:extLst>
              <a:ext uri="{FF2B5EF4-FFF2-40B4-BE49-F238E27FC236}">
                <a16:creationId xmlns:a16="http://schemas.microsoft.com/office/drawing/2014/main" id="{58D66241-7EA7-82CC-B221-11A5372BDADC}"/>
              </a:ext>
            </a:extLst>
          </p:cNvPr>
          <p:cNvCxnSpPr>
            <a:cxnSpLocks/>
          </p:cNvCxnSpPr>
          <p:nvPr/>
        </p:nvCxnSpPr>
        <p:spPr>
          <a:xfrm>
            <a:off x="3561194" y="1195528"/>
            <a:ext cx="25873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400EA52D-197B-7B7B-B42A-8056C28AD899}"/>
              </a:ext>
            </a:extLst>
          </p:cNvPr>
          <p:cNvCxnSpPr>
            <a:cxnSpLocks/>
          </p:cNvCxnSpPr>
          <p:nvPr/>
        </p:nvCxnSpPr>
        <p:spPr>
          <a:xfrm>
            <a:off x="3561194" y="1408965"/>
            <a:ext cx="25873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직선 연결선[R] 41">
            <a:extLst>
              <a:ext uri="{FF2B5EF4-FFF2-40B4-BE49-F238E27FC236}">
                <a16:creationId xmlns:a16="http://schemas.microsoft.com/office/drawing/2014/main" id="{087E2D98-E797-911C-ECB4-2BC8DB80FD9F}"/>
              </a:ext>
            </a:extLst>
          </p:cNvPr>
          <p:cNvCxnSpPr>
            <a:cxnSpLocks/>
          </p:cNvCxnSpPr>
          <p:nvPr/>
        </p:nvCxnSpPr>
        <p:spPr>
          <a:xfrm>
            <a:off x="3561194" y="1598575"/>
            <a:ext cx="52551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9B18B5A1-51F5-DB99-1EC6-5D63BE9C2DFE}"/>
              </a:ext>
            </a:extLst>
          </p:cNvPr>
          <p:cNvCxnSpPr>
            <a:cxnSpLocks/>
          </p:cNvCxnSpPr>
          <p:nvPr/>
        </p:nvCxnSpPr>
        <p:spPr>
          <a:xfrm>
            <a:off x="3700457" y="1927957"/>
            <a:ext cx="16601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2F401301-B547-CB51-4DBD-FB2401F3A47B}"/>
              </a:ext>
            </a:extLst>
          </p:cNvPr>
          <p:cNvCxnSpPr>
            <a:cxnSpLocks/>
          </p:cNvCxnSpPr>
          <p:nvPr/>
        </p:nvCxnSpPr>
        <p:spPr>
          <a:xfrm>
            <a:off x="4027990" y="2597119"/>
            <a:ext cx="16010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01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A56866A-D7BA-36A5-A046-667E5D433F40}"/>
              </a:ext>
            </a:extLst>
          </p:cNvPr>
          <p:cNvSpPr/>
          <p:nvPr/>
        </p:nvSpPr>
        <p:spPr>
          <a:xfrm>
            <a:off x="8357327" y="0"/>
            <a:ext cx="27904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1754A90-F494-5862-363F-88F29BA5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476"/>
          <a:stretch>
            <a:fillRect/>
          </a:stretch>
        </p:blipFill>
        <p:spPr>
          <a:xfrm>
            <a:off x="2776406" y="0"/>
            <a:ext cx="2790461" cy="66476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C7BFD42-DCAB-7F50-4C73-B7E8CA4AA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24" b="30952"/>
          <a:stretch>
            <a:fillRect/>
          </a:stretch>
        </p:blipFill>
        <p:spPr>
          <a:xfrm>
            <a:off x="5566867" y="0"/>
            <a:ext cx="2790460" cy="66476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0BCF13E-4EA4-F4B0-6B0A-2573E153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048"/>
          <a:stretch>
            <a:fillRect/>
          </a:stretch>
        </p:blipFill>
        <p:spPr>
          <a:xfrm>
            <a:off x="8357327" y="0"/>
            <a:ext cx="2790461" cy="595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88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B7B9-C48C-1E7A-E744-AFEC17C9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CF03F2-EAF1-02F0-1704-CDA7F6C9D8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944"/>
          <a:stretch>
            <a:fillRect/>
          </a:stretch>
        </p:blipFill>
        <p:spPr>
          <a:xfrm>
            <a:off x="1169525" y="0"/>
            <a:ext cx="3147238" cy="67225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7CB7846-6413-771F-1071-A0243CED8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057" b="31887"/>
          <a:stretch>
            <a:fillRect/>
          </a:stretch>
        </p:blipFill>
        <p:spPr>
          <a:xfrm>
            <a:off x="4316763" y="0"/>
            <a:ext cx="3147238" cy="672252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10B3125-6143-3384-EC11-2C4C4FA37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113"/>
          <a:stretch>
            <a:fillRect/>
          </a:stretch>
        </p:blipFill>
        <p:spPr>
          <a:xfrm>
            <a:off x="7464001" y="0"/>
            <a:ext cx="3147238" cy="62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1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0F71DFCB-8352-05FF-2D7B-B393574A8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160"/>
          <a:stretch>
            <a:fillRect/>
          </a:stretch>
        </p:blipFill>
        <p:spPr>
          <a:xfrm>
            <a:off x="6911587" y="319372"/>
            <a:ext cx="2630737" cy="426364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B061CB9-3FE7-D97C-B6B3-5BDF120B14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6" b="75231"/>
          <a:stretch>
            <a:fillRect/>
          </a:stretch>
        </p:blipFill>
        <p:spPr>
          <a:xfrm>
            <a:off x="3891249" y="319371"/>
            <a:ext cx="2790461" cy="441776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655516-841B-A7C0-10F4-DA711EC6B012}"/>
              </a:ext>
            </a:extLst>
          </p:cNvPr>
          <p:cNvSpPr/>
          <p:nvPr/>
        </p:nvSpPr>
        <p:spPr>
          <a:xfrm>
            <a:off x="3891249" y="614071"/>
            <a:ext cx="5651075" cy="1622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5F7B7928-D463-81B3-2823-445C5139BD94}"/>
              </a:ext>
            </a:extLst>
          </p:cNvPr>
          <p:cNvCxnSpPr/>
          <p:nvPr/>
        </p:nvCxnSpPr>
        <p:spPr>
          <a:xfrm>
            <a:off x="3891249" y="1377108"/>
            <a:ext cx="56510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B6248C87-9920-EE67-E345-9AC293DA6505}"/>
              </a:ext>
            </a:extLst>
          </p:cNvPr>
          <p:cNvCxnSpPr/>
          <p:nvPr/>
        </p:nvCxnSpPr>
        <p:spPr>
          <a:xfrm>
            <a:off x="3891249" y="1882048"/>
            <a:ext cx="56510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54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B508BAD0-C5E6-1B80-0ADE-494F1D2332E1}"/>
              </a:ext>
            </a:extLst>
          </p:cNvPr>
          <p:cNvGrpSpPr/>
          <p:nvPr/>
        </p:nvGrpSpPr>
        <p:grpSpPr>
          <a:xfrm>
            <a:off x="10632" y="98855"/>
            <a:ext cx="10503504" cy="6422066"/>
            <a:chOff x="10632" y="-1"/>
            <a:chExt cx="10503504" cy="642206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78C3D72-CBBC-F420-3A48-DE9F14AC6254}"/>
                </a:ext>
              </a:extLst>
            </p:cNvPr>
            <p:cNvSpPr/>
            <p:nvPr/>
          </p:nvSpPr>
          <p:spPr>
            <a:xfrm>
              <a:off x="6096000" y="0"/>
              <a:ext cx="563506" cy="64220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5D13C16-77DF-CFB0-E46E-6BB5FDA7D115}"/>
                </a:ext>
              </a:extLst>
            </p:cNvPr>
            <p:cNvSpPr/>
            <p:nvPr/>
          </p:nvSpPr>
          <p:spPr>
            <a:xfrm>
              <a:off x="6595731" y="0"/>
              <a:ext cx="3918405" cy="64220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5CFA7E5-C2D5-4863-C6F6-3F51DF481429}"/>
                </a:ext>
              </a:extLst>
            </p:cNvPr>
            <p:cNvSpPr/>
            <p:nvPr/>
          </p:nvSpPr>
          <p:spPr>
            <a:xfrm>
              <a:off x="10632" y="-1"/>
              <a:ext cx="6220045" cy="64220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D816F64-A7E4-F5A4-F349-CB7118FEA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534"/>
            <a:stretch>
              <a:fillRect/>
            </a:stretch>
          </p:blipFill>
          <p:spPr>
            <a:xfrm>
              <a:off x="6659506" y="42532"/>
              <a:ext cx="3790854" cy="634131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E6EA83E-3733-D267-46A2-208E589B0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482" b="13255"/>
            <a:stretch>
              <a:fillRect/>
            </a:stretch>
          </p:blipFill>
          <p:spPr>
            <a:xfrm>
              <a:off x="42532" y="42532"/>
              <a:ext cx="2912461" cy="634131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2FE981F-B7BD-FA7C-4440-43E922003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4993" y="42532"/>
              <a:ext cx="3208640" cy="58757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944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4526</TotalTime>
  <Words>0</Words>
  <Application>Microsoft Macintosh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2025-10-21T10:05:37Z</dcterms:created>
  <dcterms:modified xsi:type="dcterms:W3CDTF">2025-10-27T11:40:50Z</dcterms:modified>
</cp:coreProperties>
</file>